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319311-12CD-447F-B397-E0CB69E5B2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 only: rotate key every 90 days.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speaker note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Notes-only page evidence.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E10D62-CCB4-4E24-9981-69426CDB6E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D0F906-A1DD-4202-B2FC-4A048E57EA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0D7225D-620E-4C32-9543-6E7EB9E87FD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57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Alpha visible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20000" y="720000"/>
            <a:ext cx="57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HIDDEN_SLIDE_BODY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720000" y="3420000"/>
            <a:ext cx="1080000" cy="5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 txBox="1"/>
          <p:nvPr/>
        </p:nvSpPr>
        <p:spPr>
          <a:xfrm>
            <a:off x="720000" y="4500000"/>
            <a:ext cx="5760000" cy="427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AFTER_IMAGE_MARKER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2026-09-30T08:44:38Z</dcterms:modified>
  <cp:revision>1</cp:revision>
  <dc:subject/>
  <dc:title/>
</cp:coreProperties>
</file>